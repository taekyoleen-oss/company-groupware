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11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33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38683-F577-1675-7331-F5977AAE5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3BE609-A5FA-F2FC-FA0B-C257A994B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40F99-2EE7-53EF-28B3-0C8F3A910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FD573-AB9C-4068-68EA-1A440C9E3F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503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그룹웨어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502920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관리 · 공지 게시판 · TO-DO · 팀 협업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소규모 회사를 위한 통합 업무 관리 솔루션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1993392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캘린더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70048" y="4572000"/>
            <a:ext cx="1993392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670048" y="457200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공지사항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82896" y="4572000"/>
            <a:ext cx="1993392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82896" y="457200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TO-DO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095744" y="4572000"/>
            <a:ext cx="1993392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095744" y="457200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관리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08592" y="4572000"/>
            <a:ext cx="1993392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308592" y="457200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보안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61722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목차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25296"/>
            <a:ext cx="640080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2252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70432" y="122529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70432" y="15727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목적 · 핵심 기능 요약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65760" y="2322576"/>
            <a:ext cx="640080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5760" y="23225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70432" y="232257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&amp; 가입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70432" y="26700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 흐름 · 승인 절차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303580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3419856"/>
            <a:ext cx="640080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65760" y="34198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70432" y="341985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캘린더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70432" y="37673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관리 · 뷰 전환 · 드래그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413308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4517136"/>
            <a:ext cx="640080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65760" y="45171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70432" y="451713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공지사항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70432" y="48646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 · 첨부 · 핀 고정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523036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65760" y="5614416"/>
            <a:ext cx="640080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65760" y="56144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70432" y="561441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TO-DO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70432" y="59618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 정렬 · 완료 관리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632764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309360" y="1225296"/>
            <a:ext cx="640080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309360" y="12252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114032" y="122529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메시징 &amp; 공유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14032" y="15727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메시지 · 카카오 공유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09360" y="193852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309360" y="2322576"/>
            <a:ext cx="640080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309360" y="23225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114032" y="232257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패널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114032" y="26700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사용자·팀·카테고리 관리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09360" y="303580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309360" y="3419856"/>
            <a:ext cx="640080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309360" y="34198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7114032" y="341985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지원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114032" y="37673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반응형 · 하단 탭바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09360" y="413308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6309360" y="4517136"/>
            <a:ext cx="640080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6309360" y="45171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7114032" y="451713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 &amp; 보안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114032" y="48646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· Supabase · RLS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09360" y="523036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프로젝트 개요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소규모 회사 대상 통합 업무 관리 솔루션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71907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일정·공지·TO-DO를 하나의 앱으로 통합  /  PC·모바일 완전 반응형  /  역할 기반 권한 제어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2240280"/>
            <a:ext cx="1133856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11480" y="2423160"/>
            <a:ext cx="2651760" cy="4160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11480" y="25786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32735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캘린더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3749040"/>
            <a:ext cx="210312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월/주/일/+7일 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드래그&amp;드롭 일정 이동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한국 공휴일 자동 표시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91840" y="2423160"/>
            <a:ext cx="2651760" cy="4160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291840" y="25786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📢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83280" y="32735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공지사항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566160" y="3749040"/>
            <a:ext cx="210312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429000" y="384048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Tiptap 리치 에디터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29000" y="438912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첨부파일 3개 업로드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29000" y="493776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핀 고정 (전사·팀 각 3개)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72200" y="2423160"/>
            <a:ext cx="2651760" cy="4160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172200" y="25786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63640" y="32735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TO-DO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46520" y="3749040"/>
            <a:ext cx="210312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309360" y="384048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드래그 우선순위 정렬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09360" y="438912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완료 체크·섹션 분리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9360" y="493776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개인 전용 데이터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052560" y="2423160"/>
            <a:ext cx="2651760" cy="4160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052560" y="25786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144000" y="32735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보안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9326880" y="3749040"/>
            <a:ext cx="210312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189720" y="384048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Admin·Manager·Member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189720" y="438912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PostgreSQL RLS 적용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89720" y="493776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미들웨어 라우트 보호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로그인 &amp; 회원가입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143000"/>
            <a:ext cx="5029200" cy="4663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scripts\screenshots\01_login.png"/>
          <p:cNvPicPr>
            <a:picLocks noChangeAspect="1"/>
          </p:cNvPicPr>
          <p:nvPr/>
        </p:nvPicPr>
        <p:blipFill>
          <a:blip r:embed="rId3"/>
          <a:srcRect l="30850" t="19192" r="29209" b="19884"/>
          <a:stretch>
            <a:fillRect/>
          </a:stretch>
        </p:blipFill>
        <p:spPr>
          <a:xfrm>
            <a:off x="1793175" y="1245484"/>
            <a:ext cx="3990108" cy="43985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58064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/login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606247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이메일·비밀번호 입력 폼, 로그인 버튼, 회원가입 링크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75120" y="1188720"/>
            <a:ext cx="5166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839712" y="13898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📧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35240" y="129844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로그인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635240" y="171907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이메일·비밀번호로 즉시 로그인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675120" y="2615184"/>
            <a:ext cx="5166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839712" y="281635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635240" y="272491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회원가입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635240" y="31455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이름·이메일·비밀번호·팀 선택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관리자 승인 대기(pending)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675120" y="4041648"/>
            <a:ext cx="5166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839712" y="424281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635240" y="415137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승인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635240" y="457200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Admin이 상태를 active로 변경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즉시 서비스 이용 가능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675120" y="5468112"/>
            <a:ext cx="5166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839712" y="5669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🚫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635240" y="5577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비활성 계정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635240" y="599846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inactive 계정 — 로그인 즉시 차단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Admin이 직접 상태 관리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캘린더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6217920" cy="4663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11480" y="580644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/calendar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" y="6062472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달력 그리드, 일정 색상 블록, 뷰 전환 버튼, 사이드바 다가오는 일정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66560" y="118872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931152" y="13533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🗓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26680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뷰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26680" y="17190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월(기본)·주·일·+7일 / 09:00부터 표시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766560" y="2487168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931152" y="2651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🖱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726680" y="25968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드래그&amp;드롭 이동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726680" y="30175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날짜·시간 즉시 변경 / DB 자동 저장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766560" y="3785616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931152" y="39502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🗾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726680" y="38953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공휴일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726680" y="43159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법정 공휴일 빨간색 자동 표시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766560" y="5084064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931152" y="524865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726680" y="51937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필터링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726680" y="5614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일정만·멤버별·전사 포함/제외</a:t>
            </a:r>
            <a:endParaRPr lang="en-US" sz="17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FDD9CB6-DAFC-5DA8-8CCC-4FBE55575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52" y="1303198"/>
            <a:ext cx="6137168" cy="43660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캘린더 — 공개 범위 &amp; 알림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6217920" cy="4663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11480" y="580644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/calendar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" y="6062472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7일 타임라인, 시간대별 일정 블록, 드래그&amp;드롭으로 시간·날짜 이동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66560" y="118872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931152" y="13533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👁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26680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범위 제어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26680" y="17190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전사·팀·나만 보기 3단계 선택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766560" y="2487168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931152" y="2651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726680" y="25968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색상·카테고리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726680" y="30175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 자동 색상 / 개인 커스텀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766560" y="3785616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931152" y="39502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726680" y="38953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생성 알림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726680" y="43159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팀·전사 대상 메시지 알림 발송 옵션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766560" y="5084064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931152" y="524865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726680" y="51937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사이드바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726680" y="5614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다가오는 공개 일정 3개 미리보기</a:t>
            </a:r>
            <a:endParaRPr lang="en-US" sz="17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ED72934-A3F4-9DD5-02E7-A86CBD0CD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" y="1353312"/>
            <a:ext cx="3600045" cy="4054446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B104275E-6C38-41E6-25A6-5BB6A6940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1668" y="1469360"/>
            <a:ext cx="2787732" cy="41084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공지사항 — 목록 &amp; 검색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6217920" cy="4663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11480" y="580644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/notices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" y="6062472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 고정 공지, 전사/팀 탭, 공지 목록(제목·작성자·날짜), 검색창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66560" y="118872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931152" y="13533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📌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26680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 고정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26680" y="17190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 3개·팀 3개 상한 / Manager 이상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766560" y="2487168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931152" y="2651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🔎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726680" y="25968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검색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726680" y="30175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검색 / 무한 스크롤 20개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766560" y="3785616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931152" y="39502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🗂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726680" y="38953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전사·팀 탭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726680" y="43159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탭 전환으로 대상 공지 즉시 분리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766560" y="5084064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931152" y="524865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726680" y="51937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제어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726680" y="5614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공지 — 해당 팀원만 조회 가능</a:t>
            </a:r>
            <a:endParaRPr lang="en-US" sz="17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945AAE5C-602E-FCAD-6691-CE8972D3E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25286"/>
            <a:ext cx="6040951" cy="43439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공지사항 — 작성 &amp; 첨부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6217920" cy="4663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11480" y="580644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/notices/new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" y="6062472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제목·대상 선택, Tiptap 리치 에디터, 첨부파일 업로드 영역, 저장 버튼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66560" y="118872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931152" y="13533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✏️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26680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Tiptap 에디터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26680" y="17190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Bold·Italic·리스트·이미지 인라인 삽입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766560" y="2487168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931152" y="2651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📎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726680" y="25968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첨부파일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726680" y="30175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공지당 3개·10MB / 이미지·PDF·Office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766560" y="3785616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931152" y="39502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📤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726680" y="38953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 공유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726680" y="43159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화면 → 1클릭 공유·클립보드 복사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766560" y="5084064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931152" y="524865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🔏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726680" y="51937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수정·삭제 권한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726680" y="5614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작성자 본인 / Admin — 모든 공지 가능</a:t>
            </a:r>
            <a:endParaRPr lang="en-US" sz="17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23F38AC-ADC0-B45C-1E2B-57E951701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3" y="1249104"/>
            <a:ext cx="5562600" cy="44304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TO-DO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6217920" cy="4663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11480" y="580644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/todo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" y="6062472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할일 입력창, 드래그 핸들·체크박스·마감일, 완료/진행 중 섹션 분리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66560" y="118872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931152" y="13533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➕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26680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추가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26680" y="17190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후 엔터 / 마감일 선택 가능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766560" y="2487168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931152" y="2651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↕️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726680" y="25968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 정렬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726680" y="30175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dnd-kit / sort_order DB 즉시 반영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766560" y="3785616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931152" y="39502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☑️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726680" y="38953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체크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726680" y="43159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취소선·완료 섹션 이동 / 섹션 분리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766560" y="5084064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931152" y="524865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726680" y="51937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전용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726680" y="5614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RLS — Admin 포함 타인 접근 불가</a:t>
            </a:r>
            <a:endParaRPr lang="en-US" sz="17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FF0ACE03-76C8-6ADA-E01D-1352468B3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30" y="1647635"/>
            <a:ext cx="6191250" cy="34364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메시징 &amp; 공유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577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팀·개인 메시지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1901952"/>
            <a:ext cx="5166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또는 팀 전체 대상 발송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발신·수신 내역 목록 조회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263640" y="1188720"/>
            <a:ext cx="5577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465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6948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알림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19672" y="1901952"/>
            <a:ext cx="5166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메시지 → 앱 내 알림 패널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알림도 메시지로 통합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65760" y="3794760"/>
            <a:ext cx="5577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71600" y="39593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전달·수정·삭제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" y="4507992"/>
            <a:ext cx="5166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 메시지 타 팀원·팀에 전달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발송 메시지 수정·삭제 지원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63640" y="3794760"/>
            <a:ext cx="5577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46520" y="3977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📲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69480" y="39593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 공유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19672" y="4507992"/>
            <a:ext cx="5166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일정·공지 → 1클릭 카카오톡 공유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제목·일시·작성자 자동 포맷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7F1C3-4F0F-847F-ACED-FF41A7EC4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8F5D85-9618-DD7F-102A-1EB86A678F9E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BE6FFD-1A99-D21C-61D1-A80F6B4773A3}"/>
              </a:ext>
            </a:extLst>
          </p:cNvPr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 </a:t>
            </a:r>
            <a:r>
              <a:rPr lang="ko-KR" alt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화면 구조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43798DA-70E3-5851-C991-42034F115000}"/>
              </a:ext>
            </a:extLst>
          </p:cNvPr>
          <p:cNvSpPr/>
          <p:nvPr/>
        </p:nvSpPr>
        <p:spPr>
          <a:xfrm>
            <a:off x="320040" y="1143000"/>
            <a:ext cx="6217920" cy="4663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CFC382E-DCE5-8215-D3E3-9D81D2D9F262}"/>
              </a:ext>
            </a:extLst>
          </p:cNvPr>
          <p:cNvSpPr/>
          <p:nvPr/>
        </p:nvSpPr>
        <p:spPr>
          <a:xfrm>
            <a:off x="411480" y="580644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/calendar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B971967-6E76-E9CB-9A24-33DE3A209B9F}"/>
              </a:ext>
            </a:extLst>
          </p:cNvPr>
          <p:cNvSpPr/>
          <p:nvPr/>
        </p:nvSpPr>
        <p:spPr>
          <a:xfrm>
            <a:off x="411480" y="6062472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달력 그리드, 일정 색상 블록, 뷰 전환 버튼, 사이드바 다가오는 일정</a:t>
            </a:r>
            <a:endParaRPr lang="en-US" sz="13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1DB5427-FEEB-122C-56BC-8E1413631BF8}"/>
              </a:ext>
            </a:extLst>
          </p:cNvPr>
          <p:cNvSpPr/>
          <p:nvPr/>
        </p:nvSpPr>
        <p:spPr>
          <a:xfrm>
            <a:off x="6766560" y="118872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8FE28B7-8211-068C-1891-38B3AFDFCE89}"/>
              </a:ext>
            </a:extLst>
          </p:cNvPr>
          <p:cNvSpPr/>
          <p:nvPr/>
        </p:nvSpPr>
        <p:spPr>
          <a:xfrm>
            <a:off x="7726680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상단</a:t>
            </a:r>
            <a:endParaRPr lang="en-US" sz="2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482EB97-02A7-6FF7-21EA-E3C38CF1FB54}"/>
              </a:ext>
            </a:extLst>
          </p:cNvPr>
          <p:cNvSpPr/>
          <p:nvPr/>
        </p:nvSpPr>
        <p:spPr>
          <a:xfrm>
            <a:off x="7726680" y="17190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캘린더</a:t>
            </a:r>
            <a:r>
              <a:rPr lang="en-US" altLang="ko-KR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</a:t>
            </a:r>
            <a:r>
              <a:rPr lang="en-US" altLang="ko-KR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TO-DO </a:t>
            </a:r>
            <a:r>
              <a:rPr lang="ko-KR" alt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이동 가능</a:t>
            </a:r>
            <a:endParaRPr lang="en-US" sz="17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7E968D1-6512-D9F6-3858-9CF905266FAE}"/>
              </a:ext>
            </a:extLst>
          </p:cNvPr>
          <p:cNvSpPr/>
          <p:nvPr/>
        </p:nvSpPr>
        <p:spPr>
          <a:xfrm>
            <a:off x="6766560" y="2487168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6F56E83-62C2-CD74-755D-32B25B15BF3F}"/>
              </a:ext>
            </a:extLst>
          </p:cNvPr>
          <p:cNvSpPr/>
          <p:nvPr/>
        </p:nvSpPr>
        <p:spPr>
          <a:xfrm>
            <a:off x="6931152" y="2651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🖱</a:t>
            </a:r>
            <a:endParaRPr lang="en-US" sz="24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AA4BBD0-CB4A-D81F-05BA-B96BFE12869E}"/>
              </a:ext>
            </a:extLst>
          </p:cNvPr>
          <p:cNvSpPr/>
          <p:nvPr/>
        </p:nvSpPr>
        <p:spPr>
          <a:xfrm>
            <a:off x="7726680" y="25968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사이드바</a:t>
            </a:r>
            <a:endParaRPr lang="en-US" sz="2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4E70CB8-C5AD-FDB4-215F-103D9BFA0165}"/>
              </a:ext>
            </a:extLst>
          </p:cNvPr>
          <p:cNvSpPr/>
          <p:nvPr/>
        </p:nvSpPr>
        <p:spPr>
          <a:xfrm>
            <a:off x="7726680" y="30175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시간</a:t>
            </a:r>
            <a:r>
              <a:rPr lang="en-US" altLang="ko-KR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공지</a:t>
            </a:r>
            <a:r>
              <a:rPr lang="en-US" altLang="ko-KR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다가오는 일정 표시</a:t>
            </a:r>
            <a:endParaRPr lang="en-US" sz="17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E7E40671-DF4F-3A2C-6F8E-167153536AE1}"/>
              </a:ext>
            </a:extLst>
          </p:cNvPr>
          <p:cNvSpPr/>
          <p:nvPr/>
        </p:nvSpPr>
        <p:spPr>
          <a:xfrm>
            <a:off x="6766560" y="3785616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B355D60-A03B-3459-70C1-EC0722ED254B}"/>
              </a:ext>
            </a:extLst>
          </p:cNvPr>
          <p:cNvSpPr/>
          <p:nvPr/>
        </p:nvSpPr>
        <p:spPr>
          <a:xfrm>
            <a:off x="6931152" y="132575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🗾</a:t>
            </a:r>
            <a:endParaRPr lang="en-US" sz="24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972FA09-B399-615A-4F93-04DFC7A77662}"/>
              </a:ext>
            </a:extLst>
          </p:cNvPr>
          <p:cNvSpPr/>
          <p:nvPr/>
        </p:nvSpPr>
        <p:spPr>
          <a:xfrm>
            <a:off x="7726680" y="38953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좌측 사이드바</a:t>
            </a:r>
            <a:r>
              <a:rPr lang="en-US" altLang="ko-KR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하단</a:t>
            </a:r>
            <a:r>
              <a:rPr lang="en-US" altLang="ko-KR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</a:rPr>
              <a:t>)</a:t>
            </a:r>
            <a:endParaRPr lang="en-US" sz="2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837D170-9B9D-27BC-A1CA-F3EAFE4403C8}"/>
              </a:ext>
            </a:extLst>
          </p:cNvPr>
          <p:cNvSpPr/>
          <p:nvPr/>
        </p:nvSpPr>
        <p:spPr>
          <a:xfrm>
            <a:off x="7726680" y="431596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</a:t>
            </a:r>
            <a:r>
              <a:rPr lang="en-US" altLang="ko-KR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일정확인 가능</a:t>
            </a:r>
            <a:r>
              <a:rPr lang="en-US" altLang="ko-KR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</a:t>
            </a:r>
            <a:r>
              <a:rPr lang="en-US" altLang="ko-KR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메신저 가능</a:t>
            </a:r>
            <a:endParaRPr lang="en-US" sz="17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5F9A74BF-4DFC-E997-9B49-F3761AF3C6A7}"/>
              </a:ext>
            </a:extLst>
          </p:cNvPr>
          <p:cNvSpPr/>
          <p:nvPr/>
        </p:nvSpPr>
        <p:spPr>
          <a:xfrm>
            <a:off x="6766560" y="5084064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B190E06-C5E1-C04D-61E9-3B33C28E22F9}"/>
              </a:ext>
            </a:extLst>
          </p:cNvPr>
          <p:cNvSpPr/>
          <p:nvPr/>
        </p:nvSpPr>
        <p:spPr>
          <a:xfrm>
            <a:off x="6943027" y="3966127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4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E00585F5-E7BE-78A4-331F-1D5AEDD84E2D}"/>
              </a:ext>
            </a:extLst>
          </p:cNvPr>
          <p:cNvSpPr/>
          <p:nvPr/>
        </p:nvSpPr>
        <p:spPr>
          <a:xfrm>
            <a:off x="7726680" y="51937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캘린더</a:t>
            </a:r>
            <a:endParaRPr lang="en-US" sz="20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CB16C3F5-F018-B864-3AF4-D47BADBBE481}"/>
              </a:ext>
            </a:extLst>
          </p:cNvPr>
          <p:cNvSpPr/>
          <p:nvPr/>
        </p:nvSpPr>
        <p:spPr>
          <a:xfrm>
            <a:off x="7726680" y="5614416"/>
            <a:ext cx="414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</a:t>
            </a:r>
            <a:r>
              <a:rPr lang="en-US" altLang="ko-KR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</a:t>
            </a:r>
            <a:r>
              <a:rPr lang="en-US" altLang="ko-KR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</a:t>
            </a:r>
            <a:r>
              <a:rPr lang="en-US" altLang="ko-KR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+7</a:t>
            </a:r>
            <a:r>
              <a:rPr lang="ko-KR" alt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 일정 소개</a:t>
            </a:r>
            <a:r>
              <a:rPr lang="en-US" altLang="ko-KR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일정의 알림 기능</a:t>
            </a:r>
            <a:endParaRPr lang="en-US" sz="17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616589D-4455-982E-9200-AD37104E9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90" y="1490655"/>
            <a:ext cx="5825630" cy="4178625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B3D88604-3C73-AD15-A046-4F4C9C39AE34}"/>
              </a:ext>
            </a:extLst>
          </p:cNvPr>
          <p:cNvSpPr/>
          <p:nvPr/>
        </p:nvSpPr>
        <p:spPr>
          <a:xfrm>
            <a:off x="6931152" y="523653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🗓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07875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 관리자 패널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6217920" cy="4663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11480" y="580644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/admin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" y="6062472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목록·승인·역할/팀 변경, 팀 관리 탭, 카테고리 관리 탭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66560" y="118872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931152" y="13533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26680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관리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26680" y="17190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승인·역할 변경·팀 배정·비활성화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766560" y="2487168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931152" y="2651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726680" y="25968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관리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726680" y="30175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생성·삭제 / 멤버 현황 확인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766560" y="3785616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931152" y="39502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🏷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726680" y="38953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726680" y="43159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카테고리 추가·수정·삭제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766560" y="5084064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931152" y="524865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726680" y="51937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Admin 전용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726680" y="5614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복수 Admin 허용 / 모든 데이터 관리</a:t>
            </a:r>
            <a:endParaRPr lang="en-US" sz="17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907E2BF7-74A7-9D8D-1B0D-B4E9096ED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09" y="1284732"/>
            <a:ext cx="5588381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 모바일 지원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200400" cy="4663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57200" y="58064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/calendar  (390px)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06247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월 뷰, 하단 탭바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840480" y="1143000"/>
            <a:ext cx="3200400" cy="4663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3931920" y="58064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/todo  (390px)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931920" y="606247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TO-DO 목록, 하단 탭바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406640" y="1188720"/>
            <a:ext cx="44348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7571232" y="13898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8366760" y="12984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반응형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366760" y="171907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375px~1920px 모든 화면 지원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7406640" y="2615184"/>
            <a:ext cx="44348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7571232" y="281635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⬇️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8366760" y="27249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하단 탭바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8366760" y="314553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캘린더·공지·TO-DO·프로필 탭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7406640" y="4041648"/>
            <a:ext cx="44348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7571232" y="424281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8366760" y="415137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뷰: 월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8366760" y="45720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기본 — 월 뷰 자동 적용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7406640" y="5468112"/>
            <a:ext cx="44348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7571232" y="5669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👆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8366760" y="55778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터치 최적화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8366760" y="599846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 크기·간격 모바일 기준 설계</a:t>
            </a:r>
            <a:endParaRPr lang="en-US" sz="17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678D31EC-A477-451A-1D9C-A876CCC61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188720"/>
            <a:ext cx="3080531" cy="461772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F7203048-EFAC-3DFD-4A2D-4CA514291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10" y="1143000"/>
            <a:ext cx="304251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 기술 스택 &amp; 보안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25880" y="12984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 Router · SSR · API Routes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51960" y="118872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389120" y="137160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212080" y="12984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21208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· Auth · RLS · Storage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38160" y="118872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75320" y="137160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098280" y="12984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Vercel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09828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서버리스 배포 · CDN · Edge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65760" y="251460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02920" y="269748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325880" y="26243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TailwindCSS 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2588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Utility CSS · 완전 반응형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51960" y="251460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389120" y="269748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212080" y="26243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FullCalendar 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1208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월/주/일 뷰 · 드래그&amp;드롭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138160" y="251460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275320" y="269748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✏️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098280" y="26243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Tiptap 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9828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리치 에디터 · 이미지 업로드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1143000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7200" y="41605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 3중 보안 레이어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365760" y="4617720"/>
            <a:ext cx="11430000" cy="12801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594360" y="4736592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94360" y="4736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7280" y="473659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Auth — 이메일 인증·세션 관리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361688" y="4736592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361688" y="4736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864608" y="473659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Middleware — 라우트 보호·pending·inactive 차단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129016" y="4736592"/>
            <a:ext cx="384048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129016" y="4736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31936" y="473659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RLS — 행 단위 접근 제어·역할별 데이터 격리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02920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그룹웨어로 팀 협업을 더 스마트하게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11247120" cy="69494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26080" y="3246120"/>
            <a:ext cx="8595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캘린더 · 공지사항 · TO-DO · 메시지 · 관리자 패널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11247120" cy="69494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26080" y="4069080"/>
            <a:ext cx="8595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15 · Supabase · Vercel · TailwindCSS 4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4892040"/>
            <a:ext cx="11247120" cy="69494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4892040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26080" y="4892040"/>
            <a:ext cx="8595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Auth · Next.js Middleware · PostgreSQL RLS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5715000"/>
            <a:ext cx="11247120" cy="69494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5715000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926080" y="5715000"/>
            <a:ext cx="8595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 + 모바일 완전 반응형 · 3단계 역할 기반 권한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바이브코딩랩  ·  vibecodinglab.ai.kr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1102</Words>
  <Application>Microsoft Office PowerPoint</Application>
  <PresentationFormat>와이드스크린</PresentationFormat>
  <Paragraphs>269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Noto Sans KR</vt:lpstr>
      <vt:lpstr>Arial</vt:lpstr>
      <vt:lpstr>Segoe UI Emoji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바이브코딩랩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사내 그룹웨어</dc:creator>
  <cp:lastModifiedBy>태교 인</cp:lastModifiedBy>
  <cp:revision>4</cp:revision>
  <dcterms:created xsi:type="dcterms:W3CDTF">2026-03-29T04:40:20Z</dcterms:created>
  <dcterms:modified xsi:type="dcterms:W3CDTF">2026-03-30T00:34:32Z</dcterms:modified>
</cp:coreProperties>
</file>