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그룹웨어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50292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관리 · 공지 게시판 · TO-DO · 팀 협업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소규모 회사를 위한 통합 업무 관리 솔루션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993392" cy="475488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70048" y="4572000"/>
            <a:ext cx="1993392" cy="475488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82896" y="4572000"/>
            <a:ext cx="1993392" cy="475488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95744" y="4572000"/>
            <a:ext cx="1993392" cy="475488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95744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관리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08592" y="4572000"/>
            <a:ext cx="1993392" cy="475488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457200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보안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2529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25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70432" y="12252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70432" y="1572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목적 · 핵심 기능 요약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32257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22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70432" y="23225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&amp; 가입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2670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흐름 · 승인 절차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41985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19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70432" y="34198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0432" y="3767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관리 · 뷰 전환 · 드래그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13308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51713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517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70432" y="45171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70432" y="4864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 · 첨부 · 핀 고정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23036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561441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56144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70432" y="561441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70432" y="5961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정렬 · 완료 관리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632764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122529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2252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114032" y="12252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메시징 &amp; 공유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14032" y="1572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메시지 · 카카오 공유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193852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232257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3225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14032" y="23225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패널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14032" y="2670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사용자·팀·카테고리 관리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9360" y="303580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341985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419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114032" y="34198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지원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114032" y="3767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· 하단 탭바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9360" y="413308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Shape 42"/>
          <p:cNvSpPr/>
          <p:nvPr/>
        </p:nvSpPr>
        <p:spPr>
          <a:xfrm>
            <a:off x="6309360" y="4517136"/>
            <a:ext cx="640080" cy="640080"/>
          </a:xfrm>
          <a:prstGeom prst="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517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114032" y="451713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&amp; 보안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114032" y="4864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· Supabase · RLS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09360" y="523036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소규모 회사 대상 통합 업무 관리 솔루션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71907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일정·공지·TO-DO를 하나의 앱으로 통합  /  PC·모바일 완전 반응형  /  역할 기반 권한 제어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240280"/>
            <a:ext cx="1133856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423160"/>
            <a:ext cx="2651760" cy="4160520"/>
          </a:xfrm>
          <a:prstGeom prst="rect">
            <a:avLst>
              <a:gd name="adj" fmla="val 344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월/주/일/+7일 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드래그&amp;드롭 일정 이동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한국 공휴일 자동 표시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2423160"/>
            <a:ext cx="2651760" cy="4160520"/>
          </a:xfrm>
          <a:prstGeom prst="rect">
            <a:avLst>
              <a:gd name="adj" fmla="val 344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56616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Tiptap 리치 에디터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첨부파일 3개 업로드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2900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핀 고정 (전사·팀 각 3개)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2423160"/>
            <a:ext cx="2651760" cy="4160520"/>
          </a:xfrm>
          <a:prstGeom prst="rect">
            <a:avLst>
              <a:gd name="adj" fmla="val 344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6364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TO-DO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4652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드래그 우선순위 정렬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완료 체크·섹션 분리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개인 전용 데이터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52560" y="2423160"/>
            <a:ext cx="2651760" cy="4160520"/>
          </a:xfrm>
          <a:prstGeom prst="rect">
            <a:avLst>
              <a:gd name="adj" fmla="val 344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257860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144000" y="327355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보안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326880" y="3749040"/>
            <a:ext cx="21031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2" name="Text 30"/>
          <p:cNvSpPr/>
          <p:nvPr/>
        </p:nvSpPr>
        <p:spPr>
          <a:xfrm>
            <a:off x="9189720" y="384048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Admin·Manager·Member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89720" y="43891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PostgreSQL RLS 적용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89720" y="493776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미들웨어 라우트 보호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로그인 &amp; 회원가입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143000"/>
            <a:ext cx="5029200" cy="5394960"/>
          </a:xfrm>
          <a:prstGeom prst="rect">
            <a:avLst>
              <a:gd name="adj" fmla="val 181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34440"/>
            <a:ext cx="484632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88720"/>
            <a:ext cx="516636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39712" y="1389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35240" y="12984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로그인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35240" y="171907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이메일·비밀번호로 즉시 로그인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75120" y="2615184"/>
            <a:ext cx="516636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39712" y="28163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635240" y="27249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35240" y="31455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이름·이메일·비밀번호·팀 선택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관리자 승인 대기(pending)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675120" y="4041648"/>
            <a:ext cx="516636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42428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635240" y="415137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승인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635240" y="45720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Admin이 상태를 active로 변경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즉시 서비스 이용 가능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675120" y="5468112"/>
            <a:ext cx="516636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39712" y="5669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635240" y="5577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비활성 계정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635240" y="599846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inactive 계정 — 로그인 즉시 차단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Admin이 직접 상태 관리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로그인 화면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최초 접속 시 또는 로그아웃 후 표시되는 인증 화면 (경로: /login)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이메일·비밀번호 입력 폼, 로그인 버튼, 회원가입 링크, 앱 로고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scripts/screenshots/01_login.png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캘린더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5394960"/>
          </a:xfrm>
          <a:prstGeom prst="rect">
            <a:avLst>
              <a:gd name="adj" fmla="val 16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2_calendar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0350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188720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뷰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월(기본)·주·일·+7일 / 09:00부터 표시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0" y="2487168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드래그&amp;드롭 이동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날짜·시간 즉시 변경 / DB 자동 저장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66560" y="3785616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🗾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공휴일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공휴일 빨간색 자동 표시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766560" y="5084064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일정만·멤버별·전사 포함/제외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캘린더 — 월 뷰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후 기본 화면 · 좌측 사이드바 → 캘린더 메뉴 (경로: /calendar)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달력 그리드, 일정 색상 블록, 상단 뷰 전환 버튼(월·주·일·+7일), 우측 사이드바 다가오는 일정 3개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scripts/screenshots/02_calendar_month.png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캘린더 — 공개 범위 &amp; 알림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5394960"/>
          </a:xfrm>
          <a:prstGeom prst="rect">
            <a:avLst>
              <a:gd name="adj" fmla="val 16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3_calendar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0350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188720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범위 제어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전사·팀·나만 보기 3단계 선택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0" y="2487168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색상·카테고리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자동 색상 / 개인 커스텀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66560" y="3785616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생성 알림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팀·전사 대상 메시지 알림 발송 옵션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766560" y="5084064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다가오는 공개 일정 3개 미리보기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캘린더 — 주 뷰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 상단 "주" 버튼 클릭 시 전환되는 타임라인 뷰 (경로: /calendar)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타임라인 그리드, 시간대별 일정 블록, 드래그&amp;드롭으로 시간/날짜 이동, 시간 눈금(09:00~)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scripts/screenshots/03_calendar_week.png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공지사항 — 목록 &amp; 검색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5394960"/>
          </a:xfrm>
          <a:prstGeom prst="rect">
            <a:avLst>
              <a:gd name="adj" fmla="val 16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4_notices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0350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188720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 고정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3개·팀 3개 상한 / Manager 이상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0" y="2487168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검색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검색 / 무한 스크롤 20개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66560" y="3785616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전사·팀 탭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탭 전환으로 대상 공지 즉시 분리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766560" y="5084064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제어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공지 — 해당 팀원만 조회 가능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공지사항 목록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사이드바 → 공지사항 메뉴 (경로: /notices)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 고정 공지(상단 강조), 전사/팀 탭 전환, 공지 목록 리스트(제목·작성자·날짜), 상단 검색창, 새 공지 작성 버튼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scripts/screenshots/04_notices_list.png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공지사항 — 작성 &amp; 첨부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5394960"/>
          </a:xfrm>
          <a:prstGeom prst="rect">
            <a:avLst>
              <a:gd name="adj" fmla="val 16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6_notice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0350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188720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Tiptap 에디터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Bold·Italic·리스트·이미지 인라인 삽입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0" y="2487168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📎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공지당 3개·10MB / 이미지·PDF·Office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66560" y="3785616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공유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화면 → 1클릭 공유·클립보드 복사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766560" y="5084064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🔏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수정·삭제 권한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 본인 / Admin — 모든 공지 가능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공지사항 작성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 목록 → "새 공지 작성" 버튼 클릭 (경로: /notices/new)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입력란, 대상 선택(전사/팀), 핀 고정 토글, Tiptap 리치 에디터(Bold·Italic·리스트·이미지), 첨부파일 업로드 영역, 저장 버튼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scripts/screenshots/06_notice_new.png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TO-DO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5394960"/>
          </a:xfrm>
          <a:prstGeom prst="rect">
            <a:avLst>
              <a:gd name="adj" fmla="val 16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7_t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0350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188720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추가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후 엔터 / 마감일 선택 가능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0" y="2487168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↕️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정렬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dnd-kit / sort_order DB 즉시 반영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66560" y="3785616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☑️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 체크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취소선·완료 섹션 이동 / 섹션 분리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766560" y="5084064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전용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— Admin 포함 타인 접근 불가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TO-DO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 사이드바 → TO-DO 메뉴 (경로: /todo)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할일 입력창(상단), 진행 중 섹션(드래그 핸들·체크박스·제목·마감일), 완료 섹션(취소선 처리), 드래그&amp;드롭 순서 변경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scripts/screenshots/07_todo.png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메시징 &amp; 공유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팀·개인 메시지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또는 팀 전체 대상 발송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발신·수신 내역 목록 조회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알림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19672" y="190195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메시지 → 앱 내 알림 패널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알림도 메시지로 통합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557784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959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전달·수정·삭제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" y="450799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 메시지 타 팀원·팀에 전달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 메시지 수정·삭제 지원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577840" cy="2377440"/>
          </a:xfrm>
          <a:prstGeom prst="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959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공유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19672" y="4507992"/>
            <a:ext cx="5166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일정·공지 → 1클릭 카카오톡 공유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제목·일시·작성자 자동 포맷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관리자 패널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6217920" cy="5394960"/>
          </a:xfrm>
          <a:prstGeom prst="rect">
            <a:avLst>
              <a:gd name="adj" fmla="val 16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09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603504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188720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31152" y="13533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12984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관리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26680" y="17190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승인·역할 변경·팀 배정·비활성화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766560" y="2487168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1152" y="2651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26680" y="259689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관리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3017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생성·삭제 / 멤버 현황 확인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766560" y="3785616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31152" y="39502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38953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26680" y="43159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카테고리 추가·수정·삭제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766560" y="5084064"/>
            <a:ext cx="507492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524865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26680" y="51937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전용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726680" y="56144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Admin 허용 / 모든 데이터 관리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관리자 패널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 계정 전용 메뉴 — 좌측 사이드바 하단 (경로: /admin)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목록(이름·이메일·역할·상태), 승인 버튼, 역할/팀 변경 드롭다운, 팀 관리 탭, 카테고리 관리 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scripts/screenshots/09_admin.png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모바일 지원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200400" cy="5394960"/>
          </a:xfrm>
          <a:prstGeom prst="rect">
            <a:avLst>
              <a:gd name="adj" fmla="val 285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scripts\screenshots\10_mobile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3017520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143000"/>
            <a:ext cx="3200400" cy="5394960"/>
          </a:xfrm>
          <a:prstGeom prst="rect">
            <a:avLst>
              <a:gd name="adj" fmla="val 285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1" descr="scripts\screenshots\11_mobile_to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234440"/>
            <a:ext cx="3017520" cy="5212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06640" y="1188720"/>
            <a:ext cx="443484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71232" y="1389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366760" y="12984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반응형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366760" y="17190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375px~1920px 모든 화면 지원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406640" y="2615184"/>
            <a:ext cx="443484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71232" y="281635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⬇️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366760" y="2724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탭바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366760" y="31455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캘린더·공지·TO-DO·프로필 탭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7406640" y="4041648"/>
            <a:ext cx="443484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571232" y="42428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366760" y="41513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뷰: 월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8366760" y="45720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기본 — 월 뷰 자동 적용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7406640" y="5468112"/>
            <a:ext cx="4434840" cy="1261872"/>
          </a:xfrm>
          <a:prstGeom prst="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571232" y="5669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👆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366760" y="5577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터치 최적화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366760" y="599846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 크기·간격 모바일 기준 설계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📸  모바일 화면 — 화면 설명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화면은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뷰포트(390px)에서 캡처한 캘린더 및 TO-DO 화면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6440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보여주는 내용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17320" y="347472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좌측: 모바일 캘린더 월 뷰 + 하단 탭바 / 우측: 모바일 TO-DO 목록 + 하단 탭바 (캘린더·공지·TO-DO·프로필)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4617720"/>
            <a:ext cx="11430000" cy="1572768"/>
          </a:xfrm>
          <a:prstGeom prst="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0017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548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교체 방법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417320" y="521208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scripts/screenshots/10_mobile_calendar.png / 11_mobile_todo.png 파일을 올바른 화면으로 교체하면 앞 슬라이드의 이미지가 자동으로 반영됩니다.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재촬영: node scripts/capture-screens.mjs → node scripts/generate-ppt.mjs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기술 스택 &amp; 보안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61188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Router · SSR · API Routes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61188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3716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21208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· Auth · RLS · Storage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38160" y="1188720"/>
            <a:ext cx="361188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3716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98280" y="1298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Vercel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098280" y="1737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서버리스 배포 · CDN · Edge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361188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974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25880" y="26243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 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Utility CSS · 완전 반응형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51960" y="2514600"/>
            <a:ext cx="361188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6974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26243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FullCalendar 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월/주/일 뷰 · 드래그&amp;드롭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138160" y="2514600"/>
            <a:ext cx="3611880" cy="11430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6974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098280" y="26243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Tiptap 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98280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리치 에디터 · 이미지 업로드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114300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605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3중 보안 레이어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11430000" cy="1280160"/>
          </a:xfrm>
          <a:prstGeom prst="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736592"/>
            <a:ext cx="384048" cy="384048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4736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— 이메일 인증·세션 관리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61688" y="4736592"/>
            <a:ext cx="384048" cy="384048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361688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64608" y="4736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Middleware — 라우트 보호·pending·inactive 차단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129016" y="4736592"/>
            <a:ext cx="384048" cy="384048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8129016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1936" y="473659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RLS — 행 단위 접근 제어·역할별 데이터 격리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0292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그룹웨어로 팀 협업을 더 스마트하게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1247120" cy="694944"/>
          </a:xfrm>
          <a:prstGeom prst="rect">
            <a:avLst>
              <a:gd name="adj" fmla="val 131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324612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캘린더 · 공지사항 · TO-DO · 메시지 · 관리자 패널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1247120" cy="694944"/>
          </a:xfrm>
          <a:prstGeom prst="rect">
            <a:avLst>
              <a:gd name="adj" fmla="val 131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406908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 · Supabase · Vercel · TailwindCSS 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11247120" cy="694944"/>
          </a:xfrm>
          <a:prstGeom prst="rect">
            <a:avLst>
              <a:gd name="adj" fmla="val 131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9204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489204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· Next.js Middleware · PostgreSQL RLS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5715000"/>
            <a:ext cx="11247120" cy="694944"/>
          </a:xfrm>
          <a:prstGeom prst="rect">
            <a:avLst>
              <a:gd name="adj" fmla="val 1315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715000"/>
            <a:ext cx="2194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26080" y="5715000"/>
            <a:ext cx="8595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 + 모바일 완전 반응형 · 3단계 역할 기반 권한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·  vibecodinglab.ai.kr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바이브코딩랩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사내 그룹웨어</dc:creator>
  <cp:lastModifiedBy>사내 그룹웨어</cp:lastModifiedBy>
  <cp:revision>1</cp:revision>
  <dcterms:created xsi:type="dcterms:W3CDTF">2026-03-29T03:16:15Z</dcterms:created>
  <dcterms:modified xsi:type="dcterms:W3CDTF">2026-03-29T03:16:15Z</dcterms:modified>
</cp:coreProperties>
</file>