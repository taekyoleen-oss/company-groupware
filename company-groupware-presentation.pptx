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그룹웨어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관리 · 공지 게시판 · TO-DO · 팀 협업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15  ·  Supabase  ·  Vercel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572000"/>
            <a:ext cx="3657600" cy="457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754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바이브코딩랩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640080" cy="640080"/>
          </a:xfrm>
          <a:prstGeom prst="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08760" y="1371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916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배경, 목표, 기술 스택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640080" cy="640080"/>
          </a:xfrm>
          <a:prstGeom prst="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2606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— 캘린더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926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관리 · 드래그&amp;드롭 · 공휴일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640080" cy="640080"/>
          </a:xfrm>
          <a:prstGeom prst="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94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3840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— 공지사항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41605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에디터 · 첨부파일 · 핀 고정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5029200"/>
            <a:ext cx="640080" cy="640080"/>
          </a:xfrm>
          <a:prstGeom prst="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029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5074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— TO-DO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5394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할 일 · 드래그 정렬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1325880"/>
            <a:ext cx="640080" cy="640080"/>
          </a:xfrm>
          <a:prstGeom prst="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8040" y="1371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&amp; 보안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78040" y="16916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3단계 · RLS · 미들웨어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2560320"/>
            <a:ext cx="640080" cy="640080"/>
          </a:xfrm>
          <a:prstGeom prst="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2606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패널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78040" y="2926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· 팀 · 카테고리 관리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3794760"/>
            <a:ext cx="640080" cy="640080"/>
          </a:xfrm>
          <a:prstGeom prst="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3794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78040" y="3840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78040" y="41605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· Supabase · Vercel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프로젝트 개요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 회사를 위한 통합 업무 관리 솔루션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관리, 공지 게시판, 개인 TO-DO를 하나의 앱에서 관리합니다.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PC와 모바일 모두 지원하며 역할 기반 권한으로 안전하게 운영됩니다.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560320" cy="2743200"/>
          </a:xfrm>
          <a:prstGeom prst="rect">
            <a:avLst>
              <a:gd name="adj" fmla="val 53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260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통합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개인·팀·전사 일정을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관리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743200"/>
            <a:ext cx="2560320" cy="2743200"/>
          </a:xfrm>
          <a:prstGeom prst="rect">
            <a:avLst>
              <a:gd name="adj" fmla="val 53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9260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📢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91840" y="3749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 게시판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41605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리치 에디터·첨부파일·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 고정 지원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743200"/>
            <a:ext cx="2560320" cy="2743200"/>
          </a:xfrm>
          <a:prstGeom prst="rect">
            <a:avLst>
              <a:gd name="adj" fmla="val 53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9260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26480" y="3749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TO-DO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드래그&amp;드롭으로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정렬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61120" y="2743200"/>
            <a:ext cx="2560320" cy="2743200"/>
          </a:xfrm>
          <a:prstGeom prst="rect">
            <a:avLst>
              <a:gd name="adj" fmla="val 53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29260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961120" y="3749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보안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1120" y="41605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역할·RLS로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안전한 데이터 관리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풀스택 기술로 구성된 프로덕션 레디 아키텍처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566160" cy="1645920"/>
          </a:xfrm>
          <a:prstGeom prst="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103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Router · SSR · API Routes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828800"/>
            <a:ext cx="3566160" cy="1645920"/>
          </a:xfrm>
          <a:prstGeom prst="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2103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3484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· Auth · RLS · Storage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0" y="1828800"/>
            <a:ext cx="3566160" cy="1645920"/>
          </a:xfrm>
          <a:prstGeom prst="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2103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7532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· CDN · Edge Network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3566160" cy="1645920"/>
          </a:xfrm>
          <a:prstGeom prst="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114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TailwindCSS 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4617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Utility CSS · 반응형 디자인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3840480"/>
            <a:ext cx="3566160" cy="1645920"/>
          </a:xfrm>
          <a:prstGeom prst="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4114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FullCalendar 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34840" y="4617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월/주/일 뷰 · 드래그&amp;드롭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3840480"/>
            <a:ext cx="3566160" cy="1645920"/>
          </a:xfrm>
          <a:prstGeom prst="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4114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7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Tiptap 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75320" y="4617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리치 텍스트 에디터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핵심 기능 — 캘린더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🗓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4가지 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71907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/ 주 / 일 / +7일 커스텀 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기본: 월 뷰, 시간 뷰는 09:00부터 표시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드래그&amp;드롭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72491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일정을 드래그해 날짜·시간 즉시 변경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있는 일정만 이동 가능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3832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🗾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3429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공휴일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73075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법정 공휴일 자동 표시 (빨간색)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일정과 겹쳐도 명확하게 구분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3891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4434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473659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일정만 / 특정 멤버 일정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일정 포함·제외 설정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539496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🎨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5840" y="5440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 &amp; 카테고리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574243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카테고리별 자동 색상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커스텀 색상 오버라이드 가능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0" y="1280160"/>
            <a:ext cx="5303520" cy="5212080"/>
          </a:xfrm>
          <a:prstGeom prst="rect">
            <a:avLst>
              <a:gd name="adj" fmla="val 263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1280160"/>
            <a:ext cx="530352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12801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◀  2026년 3월  ▶          월  주  일  +7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29400" y="1783080"/>
            <a:ext cx="713232" cy="2743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178308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379208" y="1783080"/>
            <a:ext cx="713232" cy="2743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5" name="Text 23"/>
          <p:cNvSpPr/>
          <p:nvPr/>
        </p:nvSpPr>
        <p:spPr>
          <a:xfrm>
            <a:off x="7379208" y="178308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129016" y="1783080"/>
            <a:ext cx="713232" cy="2743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7" name="Text 25"/>
          <p:cNvSpPr/>
          <p:nvPr/>
        </p:nvSpPr>
        <p:spPr>
          <a:xfrm>
            <a:off x="8129016" y="178308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878824" y="1783080"/>
            <a:ext cx="713232" cy="2743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9" name="Text 27"/>
          <p:cNvSpPr/>
          <p:nvPr/>
        </p:nvSpPr>
        <p:spPr>
          <a:xfrm>
            <a:off x="8878824" y="178308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628632" y="1783080"/>
            <a:ext cx="713232" cy="2743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1" name="Text 29"/>
          <p:cNvSpPr/>
          <p:nvPr/>
        </p:nvSpPr>
        <p:spPr>
          <a:xfrm>
            <a:off x="9628632" y="178308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0378440" y="1783080"/>
            <a:ext cx="713232" cy="2743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3" name="Text 31"/>
          <p:cNvSpPr/>
          <p:nvPr/>
        </p:nvSpPr>
        <p:spPr>
          <a:xfrm>
            <a:off x="10378440" y="178308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1128248" y="1783080"/>
            <a:ext cx="713232" cy="2743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5" name="Text 33"/>
          <p:cNvSpPr/>
          <p:nvPr/>
        </p:nvSpPr>
        <p:spPr>
          <a:xfrm>
            <a:off x="11128248" y="178308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29400" y="2084832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65976" y="21122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379208" y="2084832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15784" y="21122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406640" y="2377440"/>
            <a:ext cx="658368" cy="164592"/>
          </a:xfrm>
          <a:prstGeom prst="rect">
            <a:avLst>
              <a:gd name="adj" fmla="val 22222"/>
            </a:avLst>
          </a:prstGeom>
          <a:solidFill>
            <a:srgbClr val="DDD6FE"/>
          </a:solidFill>
          <a:ln/>
        </p:spPr>
      </p:sp>
      <p:sp>
        <p:nvSpPr>
          <p:cNvPr id="41" name="Shape 39"/>
          <p:cNvSpPr/>
          <p:nvPr/>
        </p:nvSpPr>
        <p:spPr>
          <a:xfrm>
            <a:off x="8129016" y="2084832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65592" y="21122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878824" y="2084832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15400" y="21122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9628632" y="2084832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65208" y="21122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0378440" y="2084832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415016" y="21122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1128248" y="2084832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164824" y="21122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629400" y="2834640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65976" y="286207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379208" y="2834640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15784" y="286207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8129016" y="2834640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165592" y="286207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8878824" y="2834640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15400" y="286207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9628632" y="2834640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665208" y="286207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0378440" y="2834640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415016" y="286207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1128248" y="2834640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164824" y="286207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629400" y="3584448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65976" y="361188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7379208" y="3584448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15784" y="361188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7406640" y="3877056"/>
            <a:ext cx="658368" cy="164592"/>
          </a:xfrm>
          <a:prstGeom prst="rect">
            <a:avLst>
              <a:gd name="adj" fmla="val 22222"/>
            </a:avLst>
          </a:prstGeom>
          <a:solidFill>
            <a:srgbClr val="BFDBFE"/>
          </a:solidFill>
          <a:ln/>
        </p:spPr>
      </p:sp>
      <p:sp>
        <p:nvSpPr>
          <p:cNvPr id="70" name="Shape 68"/>
          <p:cNvSpPr/>
          <p:nvPr/>
        </p:nvSpPr>
        <p:spPr>
          <a:xfrm>
            <a:off x="8129016" y="3584448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165592" y="361188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8878824" y="3584448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915400" y="361188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9628632" y="3584448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665208" y="361188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10378440" y="3584448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415016" y="361188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11128248" y="3584448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1164824" y="361188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6629400" y="4334256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665976" y="436168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7379208" y="4334256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415784" y="436168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8129016" y="4334256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165592" y="436168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8878824" y="4334256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915400" y="436168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9628632" y="4334256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665208" y="436168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10378440" y="4334256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0415016" y="436168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1128248" y="4334256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1164824" y="436168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6629400" y="5084064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665976" y="511149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7379208" y="5084064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415784" y="511149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7406640" y="5376672"/>
            <a:ext cx="658368" cy="164592"/>
          </a:xfrm>
          <a:prstGeom prst="rect">
            <a:avLst>
              <a:gd name="adj" fmla="val 22222"/>
            </a:avLst>
          </a:prstGeom>
          <a:solidFill>
            <a:srgbClr val="DDD6FE"/>
          </a:solidFill>
          <a:ln/>
        </p:spPr>
      </p:sp>
      <p:sp>
        <p:nvSpPr>
          <p:cNvPr id="99" name="Shape 97"/>
          <p:cNvSpPr/>
          <p:nvPr/>
        </p:nvSpPr>
        <p:spPr>
          <a:xfrm>
            <a:off x="8129016" y="5084064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165592" y="511149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8878824" y="5084064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915400" y="511149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9628632" y="5084064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665208" y="511149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10378440" y="5084064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0415016" y="511149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11128248" y="5084064"/>
            <a:ext cx="713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1164824" y="511149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핵심 기능 — 공지사항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3657600" cy="2194560"/>
          </a:xfrm>
          <a:prstGeom prst="rect">
            <a:avLst>
              <a:gd name="adj" fmla="val 5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08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✏️  Tiptap 리치 에디터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Bold · Italic · 리스트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이미지 업로드 지원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완성도 높은 공지 작성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657600" cy="2194560"/>
          </a:xfrm>
          <a:prstGeom prst="rect">
            <a:avLst>
              <a:gd name="adj" fmla="val 5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508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📎  첨부파일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공지당 최대 3개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10MB 이하, 이미지/PDF/Office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80560" y="2880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Supabase Storage 저장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371600"/>
            <a:ext cx="3657600" cy="2194560"/>
          </a:xfrm>
          <a:prstGeom prst="rect">
            <a:avLst>
              <a:gd name="adj" fmla="val 5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508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 핀 고정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Manager/Admin만 가능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전사 최대 3개 / 팀별 최대 3개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0" y="2880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상단 고정으로 중요 공지 강조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3657600" cy="2194560"/>
          </a:xfrm>
          <a:prstGeom prst="rect">
            <a:avLst>
              <a:gd name="adj" fmla="val 5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77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🔐  권한 제어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전사 / 팀 / 나만 보기 구분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Admin: 모든 공지 수정·삭제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349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작성자: 본인 공지만 수정·삭제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840480"/>
            <a:ext cx="3657600" cy="2194560"/>
          </a:xfrm>
          <a:prstGeom prst="rect">
            <a:avLst>
              <a:gd name="adj" fmla="val 5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3977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 검색 &amp; 페이징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80560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제목 기반 실시간 검색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8056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무한 스크롤 (페이지당 20개)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80560" y="5349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전사/팀 탭 분리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3840480"/>
            <a:ext cx="3657600" cy="2194560"/>
          </a:xfrm>
          <a:prstGeom prst="rect">
            <a:avLst>
              <a:gd name="adj" fmla="val 5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3977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📤  카카오 공유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12480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공지 상세에서 공유 버튼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카카오톡 + 클립보드 복사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12480" y="5349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공유 포맷 자동 생성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핵심 기능 — TO-DO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03520" cy="1051560"/>
          </a:xfrm>
          <a:prstGeom prst="rect">
            <a:avLst>
              <a:gd name="adj" fmla="val 10435"/>
            </a:avLst>
          </a:prstGeom>
          <a:solidFill>
            <a:srgbClr val="FAF5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추가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90195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일을 즉시 입력하고 엔터로 추가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5303520" cy="1051560"/>
          </a:xfrm>
          <a:prstGeom prst="rect">
            <a:avLst>
              <a:gd name="adj" fmla="val 10435"/>
            </a:avLst>
          </a:prstGeom>
          <a:solidFill>
            <a:srgbClr val="FAF5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↕️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7889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드래그 정렬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313639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dnd-kit 기반 드래그&amp;드롭으로 순서 변경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sort_order DB 자동 동기화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5303520" cy="1051560"/>
          </a:xfrm>
          <a:prstGeom prst="rect">
            <a:avLst>
              <a:gd name="adj" fmla="val 10435"/>
            </a:avLst>
          </a:prstGeom>
          <a:solidFill>
            <a:srgbClr val="FAF5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☑️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40233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체크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437083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시 취소선·완료 섹션으로 이동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항목은 별도 섹션에 정리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5166360"/>
            <a:ext cx="5303520" cy="1051560"/>
          </a:xfrm>
          <a:prstGeom prst="rect">
            <a:avLst>
              <a:gd name="adj" fmla="val 10435"/>
            </a:avLst>
          </a:prstGeom>
          <a:solidFill>
            <a:srgbClr val="FAF5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5349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🗑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52578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560527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버튼으로 즉시 제거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전용 (타인 접근 불가)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0" y="1280160"/>
            <a:ext cx="5303520" cy="5212080"/>
          </a:xfrm>
          <a:prstGeom prst="rect">
            <a:avLst>
              <a:gd name="adj" fmla="val 2105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14173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나의 TO-DO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0" y="1920240"/>
            <a:ext cx="5120640" cy="411480"/>
          </a:xfrm>
          <a:prstGeom prst="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9202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새 할 일 추가...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75120" y="2468880"/>
            <a:ext cx="5120640" cy="457200"/>
          </a:xfrm>
          <a:prstGeom prst="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12280" y="2578608"/>
            <a:ext cx="237744" cy="237744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8040" y="2532888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시안 검토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675120" y="3017520"/>
            <a:ext cx="5120640" cy="457200"/>
          </a:xfrm>
          <a:prstGeom prst="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12280" y="3127248"/>
            <a:ext cx="237744" cy="237744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78040" y="3081528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보고서 작성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675120" y="3566160"/>
            <a:ext cx="5120640" cy="457200"/>
          </a:xfrm>
          <a:prstGeom prst="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12280" y="3675888"/>
            <a:ext cx="237744" cy="237744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78040" y="3630168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미팅 자료 준비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75120" y="4114800"/>
            <a:ext cx="5120640" cy="457200"/>
          </a:xfrm>
          <a:prstGeom prst="rect">
            <a:avLst>
              <a:gd name="adj" fmla="val 12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12280" y="4224528"/>
            <a:ext cx="237744" cy="237744"/>
          </a:xfrm>
          <a:prstGeom prst="rect">
            <a:avLst>
              <a:gd name="adj" fmla="val 1538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78040" y="4178808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trike="sngStrike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리뷰 완료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675120" y="4663440"/>
            <a:ext cx="5120640" cy="457200"/>
          </a:xfrm>
          <a:prstGeom prst="rect">
            <a:avLst>
              <a:gd name="adj" fmla="val 12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12280" y="4773168"/>
            <a:ext cx="237744" cy="237744"/>
          </a:xfrm>
          <a:prstGeom prst="rect">
            <a:avLst>
              <a:gd name="adj" fmla="val 1538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78040" y="4727448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trike="sngStrike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확인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권한 &amp; 보안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3566160" cy="4114800"/>
          </a:xfrm>
          <a:prstGeom prst="rect">
            <a:avLst>
              <a:gd name="adj" fmla="val 3846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508760"/>
            <a:ext cx="2103120" cy="502920"/>
          </a:xfrm>
          <a:prstGeom prst="rect">
            <a:avLst>
              <a:gd name="adj" fmla="val 18182"/>
            </a:avLst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08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모든 일정·공지 수정·삭제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사용자 역할·상태 관리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팀 생성·삭제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카테고리 관리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572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복수 Admin 허용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1371600"/>
            <a:ext cx="3566160" cy="4114800"/>
          </a:xfrm>
          <a:prstGeom prst="rect">
            <a:avLst>
              <a:gd name="adj" fmla="val 384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1508760"/>
            <a:ext cx="2103120" cy="502920"/>
          </a:xfrm>
          <a:prstGeom prst="rect">
            <a:avLst>
              <a:gd name="adj" fmla="val 18182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508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Manager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89120" y="2194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팀 일정·공지 관리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2788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핀 고정 권한 (전사·팀)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3383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팀원 일정 조회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3977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공지 작성·수정·삭제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1371600"/>
            <a:ext cx="3566160" cy="4114800"/>
          </a:xfrm>
          <a:prstGeom prst="rect">
            <a:avLst>
              <a:gd name="adj" fmla="val 384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0" y="1508760"/>
            <a:ext cx="2103120" cy="502920"/>
          </a:xfrm>
          <a:prstGeom prst="rect">
            <a:avLst>
              <a:gd name="adj" fmla="val 18182"/>
            </a:avLst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0" y="1508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Member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0" y="2194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본인 일정 관리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2788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본인 공지 작성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0" y="3383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Private 일정 본인만 조회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3977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TO-DO 개인 관리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5669280"/>
            <a:ext cx="11338560" cy="822960"/>
          </a:xfrm>
          <a:prstGeom prst="rect">
            <a:avLst>
              <a:gd name="adj" fmla="val 11111"/>
            </a:avLst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669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  3중 보안 레이어:   Supabase Auth 인증  →  Next.js 미들웨어 라우트 보호  →  PostgreSQL RLS 정책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관리자 패널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566160" cy="4846320"/>
          </a:xfrm>
          <a:prstGeom prst="rect">
            <a:avLst>
              <a:gd name="adj" fmla="val 3077"/>
            </a:avLst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566160" cy="594360"/>
          </a:xfrm>
          <a:prstGeom prst="rect">
            <a:avLst>
              <a:gd name="adj" fmla="val 12308"/>
            </a:avLst>
          </a:prstGeom>
          <a:solidFill>
            <a:srgbClr val="0369A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👤 사용자 관리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3200400" cy="713232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4884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승인 (pending → active)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3200400" cy="713232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1752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변경 (admin / manager / member)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886200"/>
            <a:ext cx="3200400" cy="713232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88620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배정 및 변경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754880"/>
            <a:ext cx="3200400" cy="713232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75488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비활성화 (inactive)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1371600"/>
            <a:ext cx="3566160" cy="4846320"/>
          </a:xfrm>
          <a:prstGeom prst="rect">
            <a:avLst>
              <a:gd name="adj" fmla="val 307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371600"/>
            <a:ext cx="3566160" cy="594360"/>
          </a:xfrm>
          <a:prstGeom prst="rect">
            <a:avLst>
              <a:gd name="adj" fmla="val 12308"/>
            </a:avLst>
          </a:prstGeom>
          <a:solidFill>
            <a:srgbClr val="047857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13716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🏢 팀 관리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80560" y="2148840"/>
            <a:ext cx="3200400" cy="713232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14884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생성 / 삭제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3017520"/>
            <a:ext cx="3200400" cy="713232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301752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멤버 현황 확인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3886200"/>
            <a:ext cx="3200400" cy="713232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388620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팀별 일정·공지 범위 설정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1371600"/>
            <a:ext cx="3566160" cy="4846320"/>
          </a:xfrm>
          <a:prstGeom prst="rect">
            <a:avLst>
              <a:gd name="adj" fmla="val 3077"/>
            </a:avLst>
          </a:prstGeom>
          <a:solidFill>
            <a:srgbClr val="FAF5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1371600"/>
            <a:ext cx="3566160" cy="594360"/>
          </a:xfrm>
          <a:prstGeom prst="rect">
            <a:avLst>
              <a:gd name="adj" fmla="val 12308"/>
            </a:avLst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13716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🏷 카테고리 관리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321040" y="2148840"/>
            <a:ext cx="3200400" cy="713232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58200" y="214884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카테고리 추가·수정·삭제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21040" y="3017520"/>
            <a:ext cx="3200400" cy="713232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58200" y="301752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카테고리별 기본 색상 지정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321040" y="3886200"/>
            <a:ext cx="3200400" cy="713232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58200" y="388620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카테고리 6개 제공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321040" y="4754880"/>
            <a:ext cx="3200400" cy="713232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58200" y="475488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Admin만 관리 가능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시스템 아키텍처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1280160" cy="1645920"/>
          </a:xfrm>
          <a:prstGeom prst="rect">
            <a:avLst>
              <a:gd name="adj" fmla="val 7143"/>
            </a:avLst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0"/>
            <a:ext cx="1280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920240" y="1280160"/>
            <a:ext cx="1508760" cy="1280160"/>
          </a:xfrm>
          <a:prstGeom prst="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128016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App Router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11880" y="1280160"/>
            <a:ext cx="1508760" cy="1280160"/>
          </a:xfrm>
          <a:prstGeom prst="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28016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19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03520" y="1280160"/>
            <a:ext cx="1508760" cy="1280160"/>
          </a:xfrm>
          <a:prstGeom prst="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128016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TailwindCSS 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995160" y="1280160"/>
            <a:ext cx="1508760" cy="1280160"/>
          </a:xfrm>
          <a:prstGeom prst="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128016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FullCalendar 6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686800" y="1280160"/>
            <a:ext cx="1508760" cy="1280160"/>
          </a:xfrm>
          <a:prstGeom prst="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0" y="128016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Tiptap 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378440" y="1280160"/>
            <a:ext cx="1508760" cy="1280160"/>
          </a:xfrm>
          <a:prstGeom prst="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78440" y="128016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dnd-kit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276148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4320" y="3108960"/>
            <a:ext cx="1280160" cy="1645920"/>
          </a:xfrm>
          <a:prstGeom prst="rect">
            <a:avLst>
              <a:gd name="adj" fmla="val 7143"/>
            </a:avLst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108960"/>
            <a:ext cx="1280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/ 서버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920240" y="3291840"/>
            <a:ext cx="1508760" cy="1280160"/>
          </a:xfrm>
          <a:prstGeom prst="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20240" y="329184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 Handlers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11880" y="3291840"/>
            <a:ext cx="1508760" cy="1280160"/>
          </a:xfrm>
          <a:prstGeom prst="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329184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 Actions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03520" y="3291840"/>
            <a:ext cx="1508760" cy="1280160"/>
          </a:xfrm>
          <a:prstGeom prst="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329184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Middleware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95160" y="3291840"/>
            <a:ext cx="1508760" cy="1280160"/>
          </a:xfrm>
          <a:prstGeom prst="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329184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SSR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686800" y="3291840"/>
            <a:ext cx="1508760" cy="1280160"/>
          </a:xfrm>
          <a:prstGeom prst="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0" y="329184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RLS 정책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920" y="477316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74320" y="4846320"/>
            <a:ext cx="1280160" cy="1645920"/>
          </a:xfrm>
          <a:prstGeom prst="rect">
            <a:avLst>
              <a:gd name="adj" fmla="val 7143"/>
            </a:avLst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846320"/>
            <a:ext cx="1280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920240" y="5029200"/>
            <a:ext cx="1508760" cy="1280160"/>
          </a:xfrm>
          <a:prstGeom prst="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20240" y="502920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Edge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11880" y="5029200"/>
            <a:ext cx="1508760" cy="1280160"/>
          </a:xfrm>
          <a:prstGeom prst="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11880" y="502920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PostgreSQL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303520" y="5029200"/>
            <a:ext cx="1508760" cy="1280160"/>
          </a:xfrm>
          <a:prstGeom prst="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0" y="502920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Auth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995160" y="5029200"/>
            <a:ext cx="1508760" cy="1280160"/>
          </a:xfrm>
          <a:prstGeom prst="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95160" y="502920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Storage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그룹웨어로 팀 협업을 더 스마트하게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474720"/>
            <a:ext cx="10058400" cy="566928"/>
          </a:xfrm>
          <a:prstGeom prst="rect">
            <a:avLst>
              <a:gd name="adj" fmla="val 9677"/>
            </a:avLst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47472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347472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캘린더 · 공지 · TO-DO · 메시지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10058400" cy="566928"/>
          </a:xfrm>
          <a:prstGeom prst="rect">
            <a:avLst>
              <a:gd name="adj" fmla="val 9677"/>
            </a:avLst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16052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416052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15 · Supabase · Vercel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846320"/>
            <a:ext cx="10058400" cy="566928"/>
          </a:xfrm>
          <a:prstGeom prst="rect">
            <a:avLst>
              <a:gd name="adj" fmla="val 9677"/>
            </a:avLst>
          </a:prstGeom>
          <a:solidFill>
            <a:srgbClr val="1D4ED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84632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484632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 · Middleware · RLS 3중 보안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5532120"/>
            <a:ext cx="10058400" cy="566928"/>
          </a:xfrm>
          <a:prstGeom prst="rect">
            <a:avLst>
              <a:gd name="adj" fmla="val 9677"/>
            </a:avLst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53212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08960" y="553212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· 모바일 완벽 반응형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217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바이브코딩랩  ·  vibecodinglab.ai.kr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바이브코딩랩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사내 그룹웨어</dc:creator>
  <cp:lastModifiedBy>사내 그룹웨어</cp:lastModifiedBy>
  <cp:revision>1</cp:revision>
  <dcterms:created xsi:type="dcterms:W3CDTF">2026-03-29T00:22:48Z</dcterms:created>
  <dcterms:modified xsi:type="dcterms:W3CDTF">2026-03-29T00:22:48Z</dcterms:modified>
</cp:coreProperties>
</file>