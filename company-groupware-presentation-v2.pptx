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그룹웨어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502920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관리 · 공지 게시판 · TO-DO · 팀 협업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15  ·  Supabase  ·  Vercel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4754880"/>
            <a:ext cx="1920240" cy="457200"/>
          </a:xfrm>
          <a:prstGeom prst="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54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51760" y="4754880"/>
            <a:ext cx="1920240" cy="457200"/>
          </a:xfrm>
          <a:prstGeom prst="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4754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공지사항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46320" y="4754880"/>
            <a:ext cx="1920240" cy="457200"/>
          </a:xfrm>
          <a:prstGeom prst="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4754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TO-DO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040880" y="4754880"/>
            <a:ext cx="1920240" cy="457200"/>
          </a:xfrm>
          <a:prstGeom prst="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4754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관리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35440" y="4754880"/>
            <a:ext cx="1920240" cy="457200"/>
          </a:xfrm>
          <a:prstGeom prst="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4754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보안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바이브코딩랩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658368" cy="658368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5910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배경, 목표, 주요 특징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313432"/>
            <a:ext cx="658368" cy="658368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13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3134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88720" y="26700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· Supabase · Vercel 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3392424"/>
            <a:ext cx="658368" cy="658368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39242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3924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— 캘린더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관리, 뷰, 드래그&amp;드롭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4096512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4471416"/>
            <a:ext cx="658368" cy="658368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4714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447141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— 공지사항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48280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에디터, 첨부파일, 핀 고정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5760" y="5175504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5550408"/>
            <a:ext cx="658368" cy="658368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55504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555040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— TO-DO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88720" y="59070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 정렬, 완료 관리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6254496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1234440"/>
            <a:ext cx="658368" cy="658368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12344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132320" y="1234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메시징 &amp; 공유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15910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메시지, 카카오 공유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1938528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4" name="Shape 32"/>
          <p:cNvSpPr/>
          <p:nvPr/>
        </p:nvSpPr>
        <p:spPr>
          <a:xfrm>
            <a:off x="6309360" y="2313432"/>
            <a:ext cx="658368" cy="658368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313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32320" y="23134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&amp; 보안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132320" y="26700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역할, RLS, 미들웨어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09360" y="3017520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39" name="Shape 37"/>
          <p:cNvSpPr/>
          <p:nvPr/>
        </p:nvSpPr>
        <p:spPr>
          <a:xfrm>
            <a:off x="6309360" y="3392424"/>
            <a:ext cx="658368" cy="658368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339242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132320" y="33924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패널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13232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사용자·팀·카테고리 관리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09360" y="4096512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44" name="Shape 42"/>
          <p:cNvSpPr/>
          <p:nvPr/>
        </p:nvSpPr>
        <p:spPr>
          <a:xfrm>
            <a:off x="6309360" y="4471416"/>
            <a:ext cx="658368" cy="658368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44714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132320" y="447141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132320" y="48280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 구조, DB 스키마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09360" y="5175504"/>
            <a:ext cx="5669280" cy="27432"/>
          </a:xfrm>
          <a:prstGeom prst="rect">
            <a:avLst/>
          </a:prstGeom>
          <a:solidFill>
            <a:srgbClr val="D1D5D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개요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회사를 위한 통합 업무 관리 솔루션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11338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관리·공지 게시판·개인 TO-DO를 하나의 앱에서 통합 운영합니다.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PC와 모바일을 모두 지원하며, 역할 기반 권한으로 안전하고 체계적인 팀 협업을 제공합니다.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560320"/>
            <a:ext cx="1133856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743200"/>
            <a:ext cx="2651760" cy="3566160"/>
          </a:xfrm>
          <a:prstGeom prst="rect">
            <a:avLst>
              <a:gd name="adj" fmla="val 413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926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통합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개인·팀·전사 일정을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캘린더에서 한눈에 관리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2651760" cy="3566160"/>
          </a:xfrm>
          <a:prstGeom prst="rect">
            <a:avLst>
              <a:gd name="adj" fmla="val 413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926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📢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 게시판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리치 에디터·첨부파일·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고정 기능 지원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72200" y="2743200"/>
            <a:ext cx="2651760" cy="3566160"/>
          </a:xfrm>
          <a:prstGeom prst="rect">
            <a:avLst>
              <a:gd name="adj" fmla="val 413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926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6364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TO-DO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드래그&amp;드롭으로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간편 정렬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52560" y="2743200"/>
            <a:ext cx="2651760" cy="3566160"/>
          </a:xfrm>
          <a:prstGeom prst="rect">
            <a:avLst>
              <a:gd name="adj" fmla="val 413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29260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14400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보안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0" y="42519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Admin·Manager·Member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역할 제어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기술 스택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29844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Router · SSR · API Routes · 미들웨어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57784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3716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78040" y="129844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78040" y="1737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· Auth · RLS · Storage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2514600"/>
            <a:ext cx="557784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974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26243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서버리스 배포 · CDN · Edge Network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2514600"/>
            <a:ext cx="557784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69748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78040" y="26243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TailwindCSS 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78040" y="3063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Utility-First CSS · 완전 반응형 UI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557784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233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0160" y="39502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FullCalendar 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43891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월/주/일/+7일 뷰 · 드래그&amp;드롭 일정 이동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63640" y="3840480"/>
            <a:ext cx="557784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0233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178040" y="395020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Tiptap 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78040" y="43891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리치 텍스트 에디터 · 이미지 업로드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65760" y="5166360"/>
            <a:ext cx="557784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3492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↕️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280160" y="52760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dnd-kit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5715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TO-DO 드래그&amp;드롭 정렬 · sort_order 동기화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63640" y="5166360"/>
            <a:ext cx="5577840" cy="1143000"/>
          </a:xfrm>
          <a:prstGeom prst="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534924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178040" y="52760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Radix UI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78040" y="5715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접근성 준수 헤드리스 컴포넌트 23종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핵심 기능 — 캘린더  (1/2)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30000" cy="1600200"/>
          </a:xfrm>
          <a:prstGeom prst="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🗓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13258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뷰 지원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월(기본) · 주 · 일 · +7일 커스텀 뷰를 제공합니다.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뷰(주/일/+7일)는 09:00부터 화면이 시작되어 업무 시간에 집중할 수 있습니다.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11430000" cy="1600200"/>
          </a:xfrm>
          <a:prstGeom prst="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🖱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08760" y="31089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드래그&amp;드롭 일정 이동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36118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일정을 마우스로 드래그해 날짜와 시간을 즉시 변경합니다.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권한이 있는 일정만 이동 가능하며, 변경 내용은 DB에 자동 저장됩니다.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4754880"/>
            <a:ext cx="11430000" cy="1600200"/>
          </a:xfrm>
          <a:prstGeom prst="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2920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08760" y="48920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 &amp; 카테고리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08760" y="53949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카테고리별 자동 색상을 지원하며, 개인 커스텀 색상으로 오버라이드 가능합니다.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Admin이 카테고리를 추가·수정·삭제하며 기본 6개 카테고리가 제공됩니다.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핵심 기능 — 캘린더  (2/2)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공휴일 자동 표시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 공휴일이 달력에 빨간색으로 자동 표시됩니다.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일정과 겹쳐도 명확히 구분되며, 별도 설정 없이 바로 사용합니다.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3716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26948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필터링 옵션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190195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일정만 보기 · 특정 멤버 일정 보기 · 전사 일정 포함/제외를 자유롭게 설정합니다.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사이드바에서 팀원 이름을 클릭하면 해당 멤버의 일정을 즉시 필터링합니다.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319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9136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범위 제어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4360" y="446227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생성 시 전사 공개 / 팀 공개 / 나만 보기 중 선택합니다.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Private 일정은 본인만 조회 가능하며, Manager라도 타인의 Private 일정은 볼 수 없습니다.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374904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9319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69480" y="39136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생성 알림 발송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446227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생성 시 팀원 또는 전사 직원에게 메시지 알림을 발송하는 옵션을 제공합니다.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실시간으로 일정 공유가 가능해 빠른 협업을 지원합니다.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핵심 기능 — 공지사항  (1/2)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30000" cy="1600200"/>
          </a:xfrm>
          <a:prstGeom prst="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132588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Tiptap 리치 텍스트 에디터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Bold · Italic · 리스트 · 이미지 업로드를 지원하는 WYSIWYG 에디터를 제공합니다.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가독성 높은 공지를 손쉽게 작성할 수 있습니다.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11430000" cy="1600200"/>
          </a:xfrm>
          <a:prstGeom prst="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📎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08760" y="31089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첨부파일 업로드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361188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공지당 최대 3개 파일(이미지·PDF·Office 문서, 각 10MB 이하)을 첨부할 수 있습니다.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파일은 Supabase Storage에 안전하게 저장됩니다.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4754880"/>
            <a:ext cx="11430000" cy="1600200"/>
          </a:xfrm>
          <a:prstGeom prst="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2920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📌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08760" y="48920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핀 고정 (중요 공지 상단 고정)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08760" y="53949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Manager 이상만 핀 고정 권한을 가집니다.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공지 최대 3개 / 팀 공지 최대 3개까지 고정 가능하며, 초과 시 API에서 오류를 반환합니다.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핵심 기능 — 공지사항  (2/2)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권한별 공지 접근 제어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공지는 모든 직원이, 팀 공지는 해당 팀원만 조회합니다.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Admin은 모든 공지를 수정·삭제할 수 있으며, 일반 작성자는 본인 공지만 수정·삭제 가능합니다.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3716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6948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및 무한 스크롤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190195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 제목 기반의 실시간 검색을 지원합니다.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페이지당 20개씩 무한 스크롤로 로드되어 빠른 탐색이 가능합니다.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319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39136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 / 팀 탭 분리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4360" y="446227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공지사항은 전사 공지와 팀 공지로 탭이 구분됩니다.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팀원은 본인 팀의 공지만 별도로 모아 볼 수 있어 정보 집중도가 높습니다.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374904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9319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📤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69480" y="39136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공유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446227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 상세 화면에서 카카오톡 공유 버튼을 제공합니다.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클립보드 복사도 지원하며 공유 텍스트가 자동 포맷됩니다.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핵심 기능 — TO-DO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할 일 추가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입력창에 할 일을 작성하고 엔터를 누르면 즉시 목록에 추가됩니다.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마감일(due_date) 설정도 가능합니다.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3716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↕️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6948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드래그&amp;드롭 우선순위 정렬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190195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dnd-kit 라이브러리 기반으로 항목을 자유롭게 드래그해 순서를 변경합니다.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변경된 순서는 sort_order 필드에 DB에 즉시 반영됩니다.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319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☑️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39136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체크 &amp; 섹션 분리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4360" y="446227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체크 시 취소선이 적용되고 완료 섹션으로 자동 이동합니다.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미완료(정렬 가능)와 완료(읽기 전용) 섹션이 명확히 구분됩니다.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374904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9319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69480" y="39136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전용 데이터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446227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TO-DO는 완전한 개인 데이터입니다.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RLS 정책으로 타인은 절대 접근할 수 없으며, Admin도 조회 불가합니다.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메시징 &amp; 공유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&amp; 개인 메시지 발송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사용자 또는 팀 전체를 대상으로 메시지를 발송합니다.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발신/수신 내역을 조회할 수 있으며, 수신함은 개인·팀 기준으로 자동 필터링됩니다.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63640" y="118872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3716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69480" y="13533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알림 수신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190195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메시지가 도착하면 앱 내 알림 패널에서 확인할 수 있습니다.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생성 알림도 메시지로 전달되어 별도 알림 시스템 없이 통합 운영됩니다.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319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39136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전달(Forward)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4360" y="446227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수신한 메시지를 다른 팀원이나 팀에 전달할 수 있습니다.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수정 및 삭제도 지원합니다.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63640" y="3749040"/>
            <a:ext cx="5577840" cy="233172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9319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📲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69480" y="39136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 &amp; 클립보드 공유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92240" y="4462272"/>
            <a:ext cx="5166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일정·공지 상세 화면에서 카카오톡으로 바로 공유하거나 클립보드에 복사합니다.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텍스트는 제목·일시·작성자 정보가 자동으로 포맷됩니다.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권한 &amp; 보안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566160" cy="4114800"/>
          </a:xfrm>
          <a:prstGeom prst="rect">
            <a:avLst>
              <a:gd name="adj" fmla="val 307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325880"/>
            <a:ext cx="2468880" cy="594360"/>
          </a:xfrm>
          <a:prstGeom prst="rect">
            <a:avLst>
              <a:gd name="adj" fmla="val 15385"/>
            </a:avLst>
          </a:prstGeom>
          <a:solidFill>
            <a:srgbClr val="991B1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258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모든 일정·공지 수정·삭제 가능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7706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사용자 역할·상태·팀 관리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3924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팀 생성·삭제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0142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카테고리 추가·수정·삭제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복수 Admin 허용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206240" y="1143000"/>
            <a:ext cx="3566160" cy="4114800"/>
          </a:xfrm>
          <a:prstGeom prst="rect">
            <a:avLst>
              <a:gd name="adj" fmla="val 307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325880"/>
            <a:ext cx="2468880" cy="594360"/>
          </a:xfrm>
          <a:prstGeom prst="rect">
            <a:avLst>
              <a:gd name="adj" fmla="val 15385"/>
            </a:avLst>
          </a:prstGeom>
          <a:solidFill>
            <a:srgbClr val="92400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258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Manager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89120" y="2148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팀 일정·공지 작성·수정·삭제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89120" y="27706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핀 고정 권한 (전사·팀 각 3개)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389120" y="33924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팀원 공개 일정 조회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389120" y="40142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전사 공지 작성 가능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046720" y="1143000"/>
            <a:ext cx="3566160" cy="4114800"/>
          </a:xfrm>
          <a:prstGeom prst="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1325880"/>
            <a:ext cx="2468880" cy="594360"/>
          </a:xfrm>
          <a:prstGeom prst="rect">
            <a:avLst>
              <a:gd name="adj" fmla="val 15385"/>
            </a:avLst>
          </a:prstGeom>
          <a:solidFill>
            <a:srgbClr val="1E40AF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13258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Member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0" y="2148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본인 일정 생성·수정·삭제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29600" y="27706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본인 공지 작성·수정·삭제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0" y="33924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Private 일정 본인만 조회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0" y="40142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✔  개인 TO-DO 관리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365760" y="5394960"/>
            <a:ext cx="11430000" cy="1188720"/>
          </a:xfrm>
          <a:prstGeom prst="rect">
            <a:avLst>
              <a:gd name="adj" fmla="val 9231"/>
            </a:avLst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440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3중 보안 레이어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94360" y="58338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Auth (이메일 인증)  →  Next.js 미들웨어 (라우트 보호, pending/inactive 차단)  →  PostgreSQL RLS (DB 행 단위 접근 제어)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관리자 패널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566160" cy="530352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13441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관리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20040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4884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신규 가입자 승인 처리 (pending → active)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95351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역할 변경: admin / manager / member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375818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팀 배정 및 변경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456285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계정 비활성화 (inactive) 처리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536752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이메일 계정 정보 확인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06240" y="1143000"/>
            <a:ext cx="3566160" cy="530352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3258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120640" y="13441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관리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89120" y="2011680"/>
            <a:ext cx="320040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214884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팀 생성 및 삭제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34840" y="295351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팀 멤버 현황 확인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34840" y="375818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팀별 일정·공지 범위 자동 설정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34840" y="456285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팀명 기반 소속 표시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46720" y="1143000"/>
            <a:ext cx="3566160" cy="530352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3258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🏷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961120" y="13441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관리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229600" y="2011680"/>
            <a:ext cx="320040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214884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일정 카테고리 추가·수정·삭제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275320" y="295351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카테고리별 기본 색상 지정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75320" y="3758184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기본 카테고리 6개 시드 제공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75320" y="4562856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Admin 전용 기능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시스템 아키텍처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463040" cy="1600200"/>
          </a:xfrm>
          <a:prstGeom prst="rect">
            <a:avLst>
              <a:gd name="adj" fmla="val 625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1188720"/>
            <a:ext cx="1463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965960" y="132588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65960" y="132588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Router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77640" y="132588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32588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89320" y="132588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132588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TailwindCSS 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UI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01000" y="132588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32588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FullCalendar 6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12680" y="132588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12680" y="132588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Tiptap 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에디터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281635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28600" y="3063240"/>
            <a:ext cx="1463040" cy="1600200"/>
          </a:xfrm>
          <a:prstGeom prst="rect">
            <a:avLst>
              <a:gd name="adj" fmla="val 6250"/>
            </a:avLst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3063240"/>
            <a:ext cx="1463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/ 서버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965960" y="320040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320040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 Handlers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CRUD API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977640" y="320040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320040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Middleware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인증·권한 검사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989320" y="320040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320040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SSR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클라이언트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001000" y="320040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320040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RLS 정책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보안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94360" y="469087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28600" y="4754880"/>
            <a:ext cx="1463040" cy="1600200"/>
          </a:xfrm>
          <a:prstGeom prst="rect">
            <a:avLst>
              <a:gd name="adj" fmla="val 6250"/>
            </a:avLst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" y="4754880"/>
            <a:ext cx="1463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레이어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965960" y="489204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65960" y="489204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배포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977640" y="489204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77640" y="489204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89320" y="489204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489204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01000" y="4892040"/>
            <a:ext cx="1783080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01000" y="4892040"/>
            <a:ext cx="1783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11338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데이터베이스 스키마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30000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560320" cy="658368"/>
          </a:xfrm>
          <a:prstGeom prst="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cg_teams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08960" y="118872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정보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name · created_at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56816"/>
            <a:ext cx="11430000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56816"/>
            <a:ext cx="2560320" cy="658368"/>
          </a:xfrm>
          <a:prstGeom prst="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5681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cg_profiles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108960" y="195681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프로필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1956816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full_name · email · team_id · role · status · color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" y="2724912"/>
            <a:ext cx="11430000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724912"/>
            <a:ext cx="2560320" cy="658368"/>
          </a:xfrm>
          <a:prstGeom prst="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2491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cg_events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108960" y="2724912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72000" y="2724912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title · start_at · end_at · is_all_day · visibility · category_id · team_id · color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3493008"/>
            <a:ext cx="11430000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93008"/>
            <a:ext cx="2560320" cy="658368"/>
          </a:xfrm>
          <a:prstGeom prst="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9300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cg_event_categories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108960" y="3493008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카테고리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0" y="3493008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name · color · is_default · created_by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4261104"/>
            <a:ext cx="11430000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261104"/>
            <a:ext cx="2560320" cy="658368"/>
          </a:xfrm>
          <a:prstGeom prst="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26110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cg_notices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108960" y="4261104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공지사항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72000" y="4261104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title · content(HTML) · is_pinned · visibility · team_id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65760" y="5029200"/>
            <a:ext cx="11430000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029200"/>
            <a:ext cx="2560320" cy="658368"/>
          </a:xfrm>
          <a:prstGeom prst="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0292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cg_notice_attachments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3108960" y="5029200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 첨부파일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4572000" y="5029200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notice_id · file_name · file_url · file_size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65760" y="5797296"/>
            <a:ext cx="11430000" cy="658368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5797296"/>
            <a:ext cx="2560320" cy="658368"/>
          </a:xfrm>
          <a:prstGeom prst="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79729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cg_todos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3108960" y="5797296"/>
            <a:ext cx="1371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TO-DO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4572000" y="5797296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 · title · is_done · due_date · created_by · sort_order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029200" cy="27432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514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그룹웨어로 팀 협업을 더 스마트하게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11247120" cy="685800"/>
          </a:xfrm>
          <a:prstGeom prst="rect">
            <a:avLst>
              <a:gd name="adj" fmla="val 16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3375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26080" y="33375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캘린더 · 공지사항 · TO-DO · 메시지 · 관리자 패널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142232"/>
            <a:ext cx="11247120" cy="685800"/>
          </a:xfrm>
          <a:prstGeom prst="rect">
            <a:avLst>
              <a:gd name="adj" fmla="val 16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4223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26080" y="414223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15 · Supabase · Vercel · TailwindCSS 4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" y="4946904"/>
            <a:ext cx="11247120" cy="685800"/>
          </a:xfrm>
          <a:prstGeom prst="rect">
            <a:avLst>
              <a:gd name="adj" fmla="val 16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46904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구조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26080" y="4946904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Auth · Next.js 미들웨어 · PostgreSQL RLS 3중 보안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5751576"/>
            <a:ext cx="11247120" cy="685800"/>
          </a:xfrm>
          <a:prstGeom prst="rect">
            <a:avLst>
              <a:gd name="adj" fmla="val 16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75157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926080" y="575157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+ 모바일 완전 반응형 · 3단계 역할 기반 권한 제어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바이브코딩랩  ·  vibecodinglab.ai.kr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바이브코딩랩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사내 그룹웨어</dc:creator>
  <cp:lastModifiedBy>사내 그룹웨어</cp:lastModifiedBy>
  <cp:revision>1</cp:revision>
  <dcterms:created xsi:type="dcterms:W3CDTF">2026-03-29T00:54:07Z</dcterms:created>
  <dcterms:modified xsi:type="dcterms:W3CDTF">2026-03-29T00:54:07Z</dcterms:modified>
</cp:coreProperties>
</file>